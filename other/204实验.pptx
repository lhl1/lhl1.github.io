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7" r:id="rId3"/>
    <p:sldId id="271" r:id="rId4"/>
    <p:sldId id="268" r:id="rId5"/>
    <p:sldId id="258" r:id="rId6"/>
    <p:sldId id="260" r:id="rId7"/>
    <p:sldId id="257" r:id="rId8"/>
    <p:sldId id="261" r:id="rId9"/>
    <p:sldId id="264" r:id="rId10"/>
    <p:sldId id="262" r:id="rId11"/>
    <p:sldId id="265" r:id="rId12"/>
    <p:sldId id="270" r:id="rId13"/>
    <p:sldId id="269" r:id="rId14"/>
    <p:sldId id="273" r:id="rId15"/>
    <p:sldId id="272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27" autoAdjust="0"/>
    <p:restoredTop sz="94660"/>
  </p:normalViewPr>
  <p:slideViewPr>
    <p:cSldViewPr snapToGrid="0">
      <p:cViewPr varScale="1">
        <p:scale>
          <a:sx n="76" d="100"/>
          <a:sy n="76" d="100"/>
        </p:scale>
        <p:origin x="79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204EAE-C964-486C-9112-A587BFBBD611}" type="datetimeFigureOut">
              <a:rPr lang="zh-CN" altLang="en-US" smtClean="0"/>
              <a:t>2020/11/3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C0BCAA7-ADF4-4FBD-AEFE-80B8A9231A7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580443" y="1322772"/>
            <a:ext cx="7031114" cy="2024108"/>
          </a:xfrm>
        </p:spPr>
        <p:txBody>
          <a:bodyPr>
            <a:noAutofit/>
          </a:bodyPr>
          <a:lstStyle/>
          <a:p>
            <a:r>
              <a:rPr lang="zh-CN" altLang="en-US" sz="2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如果两个电脑同时进行有线连接和无线连接同时连接，两个电脑之间会采取哪种运输方式？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36220" y="657860"/>
            <a:ext cx="2928620" cy="916305"/>
          </a:xfrm>
        </p:spPr>
        <p:txBody>
          <a:bodyPr>
            <a:normAutofit/>
          </a:bodyPr>
          <a:lstStyle/>
          <a:p>
            <a:r>
              <a:rPr lang="zh-CN" altLang="en-US" sz="4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实验：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0710AC-3B66-43B4-B2CB-A8C3D6074AA2}"/>
              </a:ext>
            </a:extLst>
          </p:cNvPr>
          <p:cNvSpPr txBox="1"/>
          <p:nvPr/>
        </p:nvSpPr>
        <p:spPr>
          <a:xfrm>
            <a:off x="5461234" y="4300320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204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图片 44">
            <a:extLst>
              <a:ext uri="{FF2B5EF4-FFF2-40B4-BE49-F238E27FC236}">
                <a16:creationId xmlns:a16="http://schemas.microsoft.com/office/drawing/2014/main" id="{AABE9CE2-AA21-413D-98E3-DDBE62B612F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EF62112-E4F3-4E2E-92AA-D9554CD19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85563" y="410884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836661" y="41150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434517" y="27935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乘号 37">
            <a:extLst>
              <a:ext uri="{FF2B5EF4-FFF2-40B4-BE49-F238E27FC236}">
                <a16:creationId xmlns:a16="http://schemas.microsoft.com/office/drawing/2014/main" id="{39E19EDE-237A-4576-8E26-3AA6715D0F6D}"/>
              </a:ext>
            </a:extLst>
          </p:cNvPr>
          <p:cNvSpPr/>
          <p:nvPr/>
        </p:nvSpPr>
        <p:spPr>
          <a:xfrm>
            <a:off x="5314424" y="1816216"/>
            <a:ext cx="1082180" cy="1098958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D0E4C9C9-3BCE-4E14-A71F-A055F9ECFE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7556" y="4857226"/>
            <a:ext cx="996404" cy="99640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2F24822-DA41-4BB8-8A89-2A95A58F745A}"/>
              </a:ext>
            </a:extLst>
          </p:cNvPr>
          <p:cNvSpPr txBox="1"/>
          <p:nvPr/>
        </p:nvSpPr>
        <p:spPr>
          <a:xfrm>
            <a:off x="4616858" y="5806789"/>
            <a:ext cx="271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断连法</a:t>
            </a:r>
          </a:p>
        </p:txBody>
      </p:sp>
    </p:spTree>
    <p:extLst>
      <p:ext uri="{BB962C8B-B14F-4D97-AF65-F5344CB8AC3E}">
        <p14:creationId xmlns:p14="http://schemas.microsoft.com/office/powerpoint/2010/main" val="2479912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A7CDDFC0-ED93-497A-83FA-C26EE425179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85563" y="410884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836661" y="41150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434517" y="27935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54A518E-2A3D-40B2-A8B7-328C73885FE7}"/>
              </a:ext>
            </a:extLst>
          </p:cNvPr>
          <p:cNvSpPr txBox="1"/>
          <p:nvPr/>
        </p:nvSpPr>
        <p:spPr>
          <a:xfrm>
            <a:off x="4890781" y="5636625"/>
            <a:ext cx="216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69ED2-E0FB-4858-BD17-89C4357B9753}"/>
              </a:ext>
            </a:extLst>
          </p:cNvPr>
          <p:cNvSpPr txBox="1"/>
          <p:nvPr/>
        </p:nvSpPr>
        <p:spPr>
          <a:xfrm>
            <a:off x="5274366" y="4049403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B1191B4-52AE-49BA-8870-6798ED31BD1F}"/>
              </a:ext>
            </a:extLst>
          </p:cNvPr>
          <p:cNvSpPr txBox="1"/>
          <p:nvPr/>
        </p:nvSpPr>
        <p:spPr>
          <a:xfrm>
            <a:off x="5269683" y="1477145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233130F-9A52-47B3-9D2F-850E31C59CCD}"/>
              </a:ext>
            </a:extLst>
          </p:cNvPr>
          <p:cNvSpPr txBox="1"/>
          <p:nvPr/>
        </p:nvSpPr>
        <p:spPr>
          <a:xfrm>
            <a:off x="302065" y="5179661"/>
            <a:ext cx="316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1.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C=B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2.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C=A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3.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在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，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之间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E06D4A5-1909-4F10-8013-C5D7826952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7556" y="4606869"/>
            <a:ext cx="996404" cy="9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2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F7B3635-186D-43B6-80D1-675D8EE7756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85563" y="410884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836661" y="41150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434517" y="27935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54A518E-2A3D-40B2-A8B7-328C73885FE7}"/>
              </a:ext>
            </a:extLst>
          </p:cNvPr>
          <p:cNvSpPr txBox="1"/>
          <p:nvPr/>
        </p:nvSpPr>
        <p:spPr>
          <a:xfrm>
            <a:off x="4890781" y="5733110"/>
            <a:ext cx="216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69ED2-E0FB-4858-BD17-89C4357B9753}"/>
              </a:ext>
            </a:extLst>
          </p:cNvPr>
          <p:cNvSpPr txBox="1"/>
          <p:nvPr/>
        </p:nvSpPr>
        <p:spPr>
          <a:xfrm>
            <a:off x="5274366" y="4049403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B1191B4-52AE-49BA-8870-6798ED31BD1F}"/>
              </a:ext>
            </a:extLst>
          </p:cNvPr>
          <p:cNvSpPr txBox="1"/>
          <p:nvPr/>
        </p:nvSpPr>
        <p:spPr>
          <a:xfrm>
            <a:off x="5269683" y="1477145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233130F-9A52-47B3-9D2F-850E31C59CCD}"/>
              </a:ext>
            </a:extLst>
          </p:cNvPr>
          <p:cNvSpPr txBox="1"/>
          <p:nvPr/>
        </p:nvSpPr>
        <p:spPr>
          <a:xfrm>
            <a:off x="302065" y="5179661"/>
            <a:ext cx="316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1. 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C=B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2. 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C=A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3. 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在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，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之间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873970C-2203-4D4C-8AC7-8C485E9955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7556" y="4731391"/>
            <a:ext cx="996404" cy="9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53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0926427-9280-4F02-A404-51E16FF8E92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第二步：确认两个电脑已经相连成功后，设置共享使两个队伍能够互相传输文件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22518" y="1676665"/>
            <a:ext cx="5513617" cy="371432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EBD76FF-2F70-436F-8FCB-D4F09CA1F1A6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55865" y="1495237"/>
            <a:ext cx="4793126" cy="40504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ABE699B-776B-4E38-ACEB-6334ECF6FE8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09221" y="400635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第四步：用一台电脑去访问另一台电脑已经共享的文件，然后将它传到自己这里，速度如图所示：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63146" y="1816091"/>
            <a:ext cx="4465707" cy="304826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BD499AF5-6131-48F2-ADE0-FA3B2E294C3B}"/>
              </a:ext>
            </a:extLst>
          </p:cNvPr>
          <p:cNvSpPr txBox="1"/>
          <p:nvPr/>
        </p:nvSpPr>
        <p:spPr>
          <a:xfrm>
            <a:off x="5494789" y="513406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网线速度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D0E199CB-71BD-49B0-B31A-DCF785EEB05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8300" y="500062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第一步：两个电脑通过网线连接，一个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地址设置为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，一个为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，子网掩码相同。用地址为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1.12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的电脑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ping 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，结果如图所示：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884377-3248-490D-874A-2CC116DDEE4B}"/>
              </a:ext>
            </a:extLst>
          </p:cNvPr>
          <p:cNvSpPr txBox="1"/>
          <p:nvPr/>
        </p:nvSpPr>
        <p:spPr>
          <a:xfrm>
            <a:off x="4514470" y="6268003"/>
            <a:ext cx="3003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网线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</a:p>
        </p:txBody>
      </p:sp>
      <p:pic>
        <p:nvPicPr>
          <p:cNvPr id="11" name="内容占位符 10">
            <a:extLst>
              <a:ext uri="{FF2B5EF4-FFF2-40B4-BE49-F238E27FC236}">
                <a16:creationId xmlns:a16="http://schemas.microsoft.com/office/drawing/2014/main" id="{6300D869-3332-4F3B-8E06-4C72F1665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117" y="1497215"/>
            <a:ext cx="4943740" cy="4351338"/>
          </a:xfr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F35E4B2-0C9C-400B-AA28-494D0AE7437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711" y="9475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第五步：接下来测无线速度，用一个电脑去连另外一台电脑的热点，使两个电脑进行无线连接，如图所示：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42328" y="1001771"/>
            <a:ext cx="3520745" cy="149364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65C53C9-769A-4923-830F-5F22A64B0176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02307" y="1038411"/>
            <a:ext cx="5274310" cy="50685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B318443-2BE3-4623-BD9B-DD5D70B1180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742328" y="2491118"/>
            <a:ext cx="3456480" cy="36158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1BF2E65-B3D3-4161-A002-27E31AD02B5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第七步：重复用一台电脑去访问另一台电脑已经共享的文件，然后将它传到自己这里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08375" y="2148884"/>
            <a:ext cx="4160881" cy="2781541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4"/>
          <a:stretch>
            <a:fillRect/>
          </a:stretch>
        </p:blipFill>
        <p:spPr>
          <a:xfrm>
            <a:off x="6247882" y="2057400"/>
            <a:ext cx="40995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3712C671-C2BE-4DA5-969C-C12BA63CD97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第六步：设置无线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地址，一个电脑为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，一个电脑为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192.168.1.22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，用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地址为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的电脑去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ping192.168.1.22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，结果如图所示：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176990C-3C27-4C8F-A399-6BE4110CF1A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211010" y="1690688"/>
            <a:ext cx="7769980" cy="463804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F1B2F8E-DF77-446F-ACFE-6566BF30BBF6}"/>
              </a:ext>
            </a:extLst>
          </p:cNvPr>
          <p:cNvSpPr txBox="1"/>
          <p:nvPr/>
        </p:nvSpPr>
        <p:spPr>
          <a:xfrm>
            <a:off x="4409813" y="6673334"/>
            <a:ext cx="337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网线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AB06EA9-E6F6-448A-AA64-D1E7261AA1E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当将有线的地址和无线的地址设为相同时，由于一个地址只能通过一条道传输的关系，所以会导致只有一个适配器能使用此地址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08216" y="1690688"/>
            <a:ext cx="9807790" cy="42066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34599DD7-7163-4C3F-9FE8-A79B54DC9C5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54A5F9E-5F85-4309-9B9F-083D0E1FD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368" y="1351178"/>
            <a:ext cx="7163800" cy="203863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0DE5FB2-61DD-4C9A-9120-ED3C104867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454" y="3682253"/>
            <a:ext cx="3801005" cy="220058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821E735-FBF9-4D0B-8602-F33F418E77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9689" y="3844200"/>
            <a:ext cx="5627415" cy="2038635"/>
          </a:xfrm>
          <a:prstGeom prst="rect">
            <a:avLst/>
          </a:prstGeom>
        </p:spPr>
      </p:pic>
      <p:sp>
        <p:nvSpPr>
          <p:cNvPr id="15" name="标题 1">
            <a:extLst>
              <a:ext uri="{FF2B5EF4-FFF2-40B4-BE49-F238E27FC236}">
                <a16:creationId xmlns:a16="http://schemas.microsoft.com/office/drawing/2014/main" id="{E5FC40F6-879D-4FE1-A7BF-81EAA186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6180" y="480213"/>
            <a:ext cx="7987018" cy="740471"/>
          </a:xfrm>
        </p:spPr>
        <p:txBody>
          <a:bodyPr>
            <a:normAutofit/>
          </a:bodyPr>
          <a:lstStyle/>
          <a:p>
            <a:pPr algn="ctr"/>
            <a:r>
              <a:rPr lang="zh-CN" altLang="en-US" sz="3600" b="1" dirty="0"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回到开始，看一看原理</a:t>
            </a:r>
          </a:p>
        </p:txBody>
      </p:sp>
    </p:spTree>
    <p:extLst>
      <p:ext uri="{BB962C8B-B14F-4D97-AF65-F5344CB8AC3E}">
        <p14:creationId xmlns:p14="http://schemas.microsoft.com/office/powerpoint/2010/main" val="1010155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>
            <a:extLst>
              <a:ext uri="{FF2B5EF4-FFF2-40B4-BE49-F238E27FC236}">
                <a16:creationId xmlns:a16="http://schemas.microsoft.com/office/drawing/2014/main" id="{2DD63D62-E4A6-4CE4-BD5D-7B1F5471673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04556" y="940080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27854" y="940080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166494" y="1480150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166493" y="3660102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47463" y="1043350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47463" y="3223302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790662" y="1025449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798561" y="3229549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28931" y="1975101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396417" y="1907989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11244" y="2047589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F439500E-647D-4C43-A6C0-250CEE9B0DE5}"/>
              </a:ext>
            </a:extLst>
          </p:cNvPr>
          <p:cNvSpPr/>
          <p:nvPr/>
        </p:nvSpPr>
        <p:spPr>
          <a:xfrm>
            <a:off x="4236217" y="3592634"/>
            <a:ext cx="142612" cy="66692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箭头: 下 10">
            <a:extLst>
              <a:ext uri="{FF2B5EF4-FFF2-40B4-BE49-F238E27FC236}">
                <a16:creationId xmlns:a16="http://schemas.microsoft.com/office/drawing/2014/main" id="{65DF9E4F-A58A-4ABC-97A6-03C0ABEB35A2}"/>
              </a:ext>
            </a:extLst>
          </p:cNvPr>
          <p:cNvSpPr/>
          <p:nvPr/>
        </p:nvSpPr>
        <p:spPr>
          <a:xfrm>
            <a:off x="7502080" y="3592634"/>
            <a:ext cx="142612" cy="66692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9146187-EE78-4EF1-BDF5-AA5548D4E9BE}"/>
              </a:ext>
            </a:extLst>
          </p:cNvPr>
          <p:cNvSpPr txBox="1"/>
          <p:nvPr/>
        </p:nvSpPr>
        <p:spPr>
          <a:xfrm>
            <a:off x="3560777" y="4468684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DCF94B-0AB5-41AB-9D58-C821ABA6BD68}"/>
              </a:ext>
            </a:extLst>
          </p:cNvPr>
          <p:cNvSpPr txBox="1"/>
          <p:nvPr/>
        </p:nvSpPr>
        <p:spPr>
          <a:xfrm>
            <a:off x="6798561" y="4468684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6CD64A8-8845-4874-A05E-C2B8EAC2BF1B}"/>
              </a:ext>
            </a:extLst>
          </p:cNvPr>
          <p:cNvSpPr/>
          <p:nvPr/>
        </p:nvSpPr>
        <p:spPr>
          <a:xfrm>
            <a:off x="2996102" y="1260387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BDAA7C7-2A2E-4D45-9253-2391000C81F6}"/>
              </a:ext>
            </a:extLst>
          </p:cNvPr>
          <p:cNvSpPr/>
          <p:nvPr/>
        </p:nvSpPr>
        <p:spPr>
          <a:xfrm>
            <a:off x="2973304" y="3432311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126198-072A-4EFE-A3A7-876FEF483119}"/>
              </a:ext>
            </a:extLst>
          </p:cNvPr>
          <p:cNvSpPr/>
          <p:nvPr/>
        </p:nvSpPr>
        <p:spPr>
          <a:xfrm>
            <a:off x="8411431" y="1244115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1A9E17B-3FE9-4F4C-AD60-CDF67BD6926B}"/>
              </a:ext>
            </a:extLst>
          </p:cNvPr>
          <p:cNvSpPr/>
          <p:nvPr/>
        </p:nvSpPr>
        <p:spPr>
          <a:xfrm>
            <a:off x="8423949" y="3374500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B3268E59-DAB6-4F42-9623-6CC5010B5DA4}"/>
              </a:ext>
            </a:extLst>
          </p:cNvPr>
          <p:cNvSpPr/>
          <p:nvPr/>
        </p:nvSpPr>
        <p:spPr>
          <a:xfrm rot="2051220">
            <a:off x="3291800" y="581369"/>
            <a:ext cx="247349" cy="793383"/>
          </a:xfrm>
          <a:prstGeom prst="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5" name="箭头: 下 44">
            <a:extLst>
              <a:ext uri="{FF2B5EF4-FFF2-40B4-BE49-F238E27FC236}">
                <a16:creationId xmlns:a16="http://schemas.microsoft.com/office/drawing/2014/main" id="{2548086D-D9FF-42BE-A3C2-704A28FE9500}"/>
              </a:ext>
            </a:extLst>
          </p:cNvPr>
          <p:cNvSpPr/>
          <p:nvPr/>
        </p:nvSpPr>
        <p:spPr>
          <a:xfrm rot="13452382">
            <a:off x="2662898" y="3649000"/>
            <a:ext cx="247349" cy="793383"/>
          </a:xfrm>
          <a:prstGeom prst="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AB5A4B0F-6B63-4F4D-8E37-0A41B454E775}"/>
              </a:ext>
            </a:extLst>
          </p:cNvPr>
          <p:cNvSpPr txBox="1"/>
          <p:nvPr/>
        </p:nvSpPr>
        <p:spPr>
          <a:xfrm>
            <a:off x="3222718" y="280801"/>
            <a:ext cx="1358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大门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4A8CF20E-9871-423D-A4C2-CE7B68DA6BA6}"/>
              </a:ext>
            </a:extLst>
          </p:cNvPr>
          <p:cNvSpPr txBox="1"/>
          <p:nvPr/>
        </p:nvSpPr>
        <p:spPr>
          <a:xfrm>
            <a:off x="1612510" y="4414108"/>
            <a:ext cx="1358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大门</a:t>
            </a:r>
          </a:p>
        </p:txBody>
      </p:sp>
      <p:pic>
        <p:nvPicPr>
          <p:cNvPr id="54" name="图片 53">
            <a:extLst>
              <a:ext uri="{FF2B5EF4-FFF2-40B4-BE49-F238E27FC236}">
                <a16:creationId xmlns:a16="http://schemas.microsoft.com/office/drawing/2014/main" id="{DC876C17-2126-46F2-9936-D63E63FD84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40" y="3841612"/>
            <a:ext cx="996404" cy="99640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D58BD76F-E2B0-4223-B1FC-F6DA3549788D}"/>
              </a:ext>
            </a:extLst>
          </p:cNvPr>
          <p:cNvSpPr txBox="1"/>
          <p:nvPr/>
        </p:nvSpPr>
        <p:spPr>
          <a:xfrm>
            <a:off x="1845290" y="5462137"/>
            <a:ext cx="7374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结论：由速度法，和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值法可知，速度与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值由访问的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决定。</a:t>
            </a:r>
            <a:endParaRPr lang="en-US" altLang="zh-CN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由断连法可知，访问无线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走无线通道，访问有线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走有限通道</a:t>
            </a:r>
          </a:p>
        </p:txBody>
      </p:sp>
    </p:spTree>
    <p:extLst>
      <p:ext uri="{BB962C8B-B14F-4D97-AF65-F5344CB8AC3E}">
        <p14:creationId xmlns:p14="http://schemas.microsoft.com/office/powerpoint/2010/main" val="2816012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09E8FC01-8EA8-4068-82A3-44F01C23C50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154530" y="2785813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笔记本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台式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9146187-EE78-4EF1-BDF5-AA5548D4E9BE}"/>
              </a:ext>
            </a:extLst>
          </p:cNvPr>
          <p:cNvSpPr txBox="1"/>
          <p:nvPr/>
        </p:nvSpPr>
        <p:spPr>
          <a:xfrm>
            <a:off x="3702281" y="4071534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DCF94B-0AB5-41AB-9D58-C821ABA6BD68}"/>
              </a:ext>
            </a:extLst>
          </p:cNvPr>
          <p:cNvSpPr txBox="1"/>
          <p:nvPr/>
        </p:nvSpPr>
        <p:spPr>
          <a:xfrm>
            <a:off x="6828762" y="4075105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6CD64A8-8845-4874-A05E-C2B8EAC2BF1B}"/>
              </a:ext>
            </a:extLst>
          </p:cNvPr>
          <p:cNvSpPr/>
          <p:nvPr/>
        </p:nvSpPr>
        <p:spPr>
          <a:xfrm>
            <a:off x="3034202" y="2145932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BDAA7C7-2A2E-4D45-9253-2391000C81F6}"/>
              </a:ext>
            </a:extLst>
          </p:cNvPr>
          <p:cNvSpPr/>
          <p:nvPr/>
        </p:nvSpPr>
        <p:spPr>
          <a:xfrm>
            <a:off x="3011404" y="4317856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126198-072A-4EFE-A3A7-876FEF483119}"/>
              </a:ext>
            </a:extLst>
          </p:cNvPr>
          <p:cNvSpPr/>
          <p:nvPr/>
        </p:nvSpPr>
        <p:spPr>
          <a:xfrm>
            <a:off x="8449531" y="2129660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1A9E17B-3FE9-4F4C-AD60-CDF67BD6926B}"/>
              </a:ext>
            </a:extLst>
          </p:cNvPr>
          <p:cNvSpPr/>
          <p:nvPr/>
        </p:nvSpPr>
        <p:spPr>
          <a:xfrm>
            <a:off x="8462049" y="4260045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1EAC0AB-B220-4FA7-B013-87A646817A0A}"/>
              </a:ext>
            </a:extLst>
          </p:cNvPr>
          <p:cNvSpPr txBox="1"/>
          <p:nvPr/>
        </p:nvSpPr>
        <p:spPr>
          <a:xfrm>
            <a:off x="8473068" y="826389"/>
            <a:ext cx="1963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可上网</a:t>
            </a:r>
          </a:p>
        </p:txBody>
      </p:sp>
      <p:sp>
        <p:nvSpPr>
          <p:cNvPr id="4" name="箭头: 下 3">
            <a:extLst>
              <a:ext uri="{FF2B5EF4-FFF2-40B4-BE49-F238E27FC236}">
                <a16:creationId xmlns:a16="http://schemas.microsoft.com/office/drawing/2014/main" id="{79EFAB61-E538-4A6D-B986-43CC4BD39CA1}"/>
              </a:ext>
            </a:extLst>
          </p:cNvPr>
          <p:cNvSpPr/>
          <p:nvPr/>
        </p:nvSpPr>
        <p:spPr>
          <a:xfrm>
            <a:off x="8889052" y="1300317"/>
            <a:ext cx="196709" cy="34594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9E9CE235-BA50-47F5-9A87-46C0E81685E9}"/>
              </a:ext>
            </a:extLst>
          </p:cNvPr>
          <p:cNvSpPr txBox="1">
            <a:spLocks/>
          </p:cNvSpPr>
          <p:nvPr/>
        </p:nvSpPr>
        <p:spPr>
          <a:xfrm>
            <a:off x="632358" y="5291158"/>
            <a:ext cx="10515600" cy="100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台式电脑先接上无线网卡，先设置虚拟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热点，然后设置本地连接的网络共享，再用笔记本连接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，笔记本就可以上网了。（不过天翼校园网 有检测，你共享网络会检测，然后会自动退出天翼登录）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C87B5B79-6498-41FD-9765-8F0819E70E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956" y="3435348"/>
            <a:ext cx="996404" cy="9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158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DE7E807C-680E-4A4E-9D29-90A8D032F37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内容占位符 17">
            <a:extLst>
              <a:ext uri="{FF2B5EF4-FFF2-40B4-BE49-F238E27FC236}">
                <a16:creationId xmlns:a16="http://schemas.microsoft.com/office/drawing/2014/main" id="{6F5AF0A2-E4A1-48C1-AC06-9297529D66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950" y="1843088"/>
            <a:ext cx="3904622" cy="4351338"/>
          </a:xfrm>
        </p:spPr>
      </p:pic>
      <p:sp>
        <p:nvSpPr>
          <p:cNvPr id="11" name="标题 1">
            <a:extLst>
              <a:ext uri="{FF2B5EF4-FFF2-40B4-BE49-F238E27FC236}">
                <a16:creationId xmlns:a16="http://schemas.microsoft.com/office/drawing/2014/main" id="{2C9BF308-A158-4B1C-9C22-4E295A76E6A6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台式电脑先接上无线网卡，先设置虚拟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热点，然后设置本地连接的网络共享，再用笔记本连接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，笔记本就可以上网了。（不过天翼校园网 有检测，你共享网络会检测，然后会自动退出天翼登录）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AA4BDE6-97F6-46EF-B908-7C5AEA42A00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04800" y="1538363"/>
            <a:ext cx="6535024" cy="263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F15270D9-E7D2-4EAE-809D-DBE20A9614B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990600" y="4278464"/>
            <a:ext cx="4977923" cy="18389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9327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106</TotalTime>
  <Words>529</Words>
  <Application>Microsoft Office PowerPoint</Application>
  <PresentationFormat>宽屏</PresentationFormat>
  <Paragraphs>66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等线 Light</vt:lpstr>
      <vt:lpstr>Arial</vt:lpstr>
      <vt:lpstr>Office 主题​​</vt:lpstr>
      <vt:lpstr>如果两个电脑同时进行有线连接和无线连接同时连接，两个电脑之间会采取哪种运输方式？</vt:lpstr>
      <vt:lpstr>PowerPoint 演示文稿</vt:lpstr>
      <vt:lpstr>PowerPoint 演示文稿</vt:lpstr>
      <vt:lpstr>PowerPoint 演示文稿</vt:lpstr>
      <vt:lpstr>第二步：确认两个电脑已经相连成功后，设置共享使两个队伍能够互相传输文件</vt:lpstr>
      <vt:lpstr>第四步：用一台电脑去访问另一台电脑已经共享的文件，然后将它传到自己这里，速度如图所示：</vt:lpstr>
      <vt:lpstr>第一步：两个电脑通过网线连接，一个IP地址设置为192.168.1.11，一个为192.168.1.12，子网掩码相同。用地址为1.12的电脑ping 1.11，结果如图所示：</vt:lpstr>
      <vt:lpstr>第五步：接下来测无线速度，用一个电脑去连另外一台电脑的热点，使两个电脑进行无线连接，如图所示：</vt:lpstr>
      <vt:lpstr>第七步：重复用一台电脑去访问另一台电脑已经共享的文件，然后将它传到自己这里</vt:lpstr>
      <vt:lpstr>第六步：设置无线IP地址，一个电脑为192.168.1.11，一个电脑为192.168.1.22，用IP地址为192.168.1.11的电脑去ping192.168.1.22，结果如图所示：</vt:lpstr>
      <vt:lpstr>当将有线的地址和无线的地址设为相同时，由于一个地址只能通过一条道传输的关系，所以会导致只有一个适配器能使用此地址</vt:lpstr>
      <vt:lpstr>回到开始，看一看原理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如果两个电脑同时进行有线连接和无线连接同时连接，两个电脑之间会采取哪种连接方式？</dc:title>
  <dc:creator>邵 宣耀</dc:creator>
  <cp:lastModifiedBy>L HL</cp:lastModifiedBy>
  <cp:revision>50</cp:revision>
  <dcterms:created xsi:type="dcterms:W3CDTF">2020-10-24T12:59:00Z</dcterms:created>
  <dcterms:modified xsi:type="dcterms:W3CDTF">2020-11-02T23:22:57Z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2052-11.1.0.10072</vt:lpwstr>
  </property>
</Properties>
</file>