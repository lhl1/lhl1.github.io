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71" r:id="rId4"/>
    <p:sldId id="268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70" r:id="rId14"/>
    <p:sldId id="269" r:id="rId15"/>
    <p:sldId id="266" r:id="rId16"/>
    <p:sldId id="273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04EAE-C964-486C-9112-A587BFBBD611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1FE7F-966D-4326-8E6A-589BF167F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C0BCAA7-ADF4-4FBD-AEFE-80B8A9231A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80443" y="1322772"/>
            <a:ext cx="7031114" cy="2024108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如果两个电脑同时进行有线连接和无线连接同时连接，两个电脑之间会采取哪种运输方式？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36220" y="657860"/>
            <a:ext cx="2928620" cy="916305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实验：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0710AC-3B66-43B4-B2CB-A8C3D6074AA2}"/>
              </a:ext>
            </a:extLst>
          </p:cNvPr>
          <p:cNvSpPr txBox="1"/>
          <p:nvPr/>
        </p:nvSpPr>
        <p:spPr>
          <a:xfrm>
            <a:off x="5461234" y="430032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204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>
            <a:extLst>
              <a:ext uri="{FF2B5EF4-FFF2-40B4-BE49-F238E27FC236}">
                <a16:creationId xmlns:a16="http://schemas.microsoft.com/office/drawing/2014/main" id="{AABE9CE2-AA21-413D-98E3-DDBE62B612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F62112-E4F3-4E2E-92AA-D9554CD1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D6983C-FA3E-42DB-9E83-79552C0F3811}"/>
              </a:ext>
            </a:extLst>
          </p:cNvPr>
          <p:cNvSpPr/>
          <p:nvPr/>
        </p:nvSpPr>
        <p:spPr>
          <a:xfrm>
            <a:off x="2242656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FD494A-8A44-415C-A68A-ADA3007634E1}"/>
              </a:ext>
            </a:extLst>
          </p:cNvPr>
          <p:cNvSpPr/>
          <p:nvPr/>
        </p:nvSpPr>
        <p:spPr>
          <a:xfrm>
            <a:off x="8265954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FBCFEFA-FD7C-40BB-B2C4-FF6BFEB59DA0}"/>
              </a:ext>
            </a:extLst>
          </p:cNvPr>
          <p:cNvCxnSpPr/>
          <p:nvPr/>
        </p:nvCxnSpPr>
        <p:spPr>
          <a:xfrm>
            <a:off x="3204594" y="2365695"/>
            <a:ext cx="53018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D0281A1-9997-498C-979C-5CD443B8EEB8}"/>
              </a:ext>
            </a:extLst>
          </p:cNvPr>
          <p:cNvCxnSpPr>
            <a:cxnSpLocks/>
          </p:cNvCxnSpPr>
          <p:nvPr/>
        </p:nvCxnSpPr>
        <p:spPr>
          <a:xfrm>
            <a:off x="3204593" y="4545647"/>
            <a:ext cx="530184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B635EFC-938A-486D-9E5B-D19D6B2AB125}"/>
              </a:ext>
            </a:extLst>
          </p:cNvPr>
          <p:cNvSpPr txBox="1"/>
          <p:nvPr/>
        </p:nvSpPr>
        <p:spPr>
          <a:xfrm>
            <a:off x="3685563" y="19288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192.168.1.11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D143DB-5FD7-40B7-BFAC-CCF2B6D80B21}"/>
              </a:ext>
            </a:extLst>
          </p:cNvPr>
          <p:cNvSpPr txBox="1"/>
          <p:nvPr/>
        </p:nvSpPr>
        <p:spPr>
          <a:xfrm>
            <a:off x="3685563" y="410884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192.168.1.11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2A2B83-4D6B-4902-9FD1-DEA707C40560}"/>
              </a:ext>
            </a:extLst>
          </p:cNvPr>
          <p:cNvSpPr txBox="1"/>
          <p:nvPr/>
        </p:nvSpPr>
        <p:spPr>
          <a:xfrm>
            <a:off x="6828762" y="1910994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192.168.1.12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85E132-EF0A-4BA9-9610-C14B9BBD77BE}"/>
              </a:ext>
            </a:extLst>
          </p:cNvPr>
          <p:cNvSpPr txBox="1"/>
          <p:nvPr/>
        </p:nvSpPr>
        <p:spPr>
          <a:xfrm>
            <a:off x="6836661" y="4115094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192.168.1.12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65D36F-9FDE-4A8B-98C7-7635AC7BD167}"/>
              </a:ext>
            </a:extLst>
          </p:cNvPr>
          <p:cNvSpPr txBox="1"/>
          <p:nvPr/>
        </p:nvSpPr>
        <p:spPr>
          <a:xfrm>
            <a:off x="2567031" y="2860646"/>
            <a:ext cx="4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1C5441B-1346-40DC-A5B7-F8622BE264F0}"/>
              </a:ext>
            </a:extLst>
          </p:cNvPr>
          <p:cNvSpPr txBox="1"/>
          <p:nvPr/>
        </p:nvSpPr>
        <p:spPr>
          <a:xfrm>
            <a:off x="1434517" y="2793534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电脑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7F1E09F-4E90-44A5-84EC-818E13F973E3}"/>
              </a:ext>
            </a:extLst>
          </p:cNvPr>
          <p:cNvSpPr txBox="1"/>
          <p:nvPr/>
        </p:nvSpPr>
        <p:spPr>
          <a:xfrm>
            <a:off x="9949344" y="2933134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电脑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乘号 37">
            <a:extLst>
              <a:ext uri="{FF2B5EF4-FFF2-40B4-BE49-F238E27FC236}">
                <a16:creationId xmlns:a16="http://schemas.microsoft.com/office/drawing/2014/main" id="{39E19EDE-237A-4576-8E26-3AA6715D0F6D}"/>
              </a:ext>
            </a:extLst>
          </p:cNvPr>
          <p:cNvSpPr/>
          <p:nvPr/>
        </p:nvSpPr>
        <p:spPr>
          <a:xfrm>
            <a:off x="5314424" y="1816216"/>
            <a:ext cx="1082180" cy="109895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0E4C9C9-3BCE-4E14-A71F-A055F9ECFE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556" y="4857226"/>
            <a:ext cx="996404" cy="9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1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7CDDFC0-ED93-497A-83FA-C26EE42517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D6983C-FA3E-42DB-9E83-79552C0F3811}"/>
              </a:ext>
            </a:extLst>
          </p:cNvPr>
          <p:cNvSpPr/>
          <p:nvPr/>
        </p:nvSpPr>
        <p:spPr>
          <a:xfrm>
            <a:off x="2242656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FD494A-8A44-415C-A68A-ADA3007634E1}"/>
              </a:ext>
            </a:extLst>
          </p:cNvPr>
          <p:cNvSpPr/>
          <p:nvPr/>
        </p:nvSpPr>
        <p:spPr>
          <a:xfrm>
            <a:off x="8265954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FBCFEFA-FD7C-40BB-B2C4-FF6BFEB59DA0}"/>
              </a:ext>
            </a:extLst>
          </p:cNvPr>
          <p:cNvCxnSpPr/>
          <p:nvPr/>
        </p:nvCxnSpPr>
        <p:spPr>
          <a:xfrm>
            <a:off x="3204594" y="2365695"/>
            <a:ext cx="53018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D0281A1-9997-498C-979C-5CD443B8EEB8}"/>
              </a:ext>
            </a:extLst>
          </p:cNvPr>
          <p:cNvCxnSpPr>
            <a:cxnSpLocks/>
          </p:cNvCxnSpPr>
          <p:nvPr/>
        </p:nvCxnSpPr>
        <p:spPr>
          <a:xfrm>
            <a:off x="3204593" y="4545647"/>
            <a:ext cx="530184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B635EFC-938A-486D-9E5B-D19D6B2AB125}"/>
              </a:ext>
            </a:extLst>
          </p:cNvPr>
          <p:cNvSpPr txBox="1"/>
          <p:nvPr/>
        </p:nvSpPr>
        <p:spPr>
          <a:xfrm>
            <a:off x="3685563" y="19288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D143DB-5FD7-40B7-BFAC-CCF2B6D80B21}"/>
              </a:ext>
            </a:extLst>
          </p:cNvPr>
          <p:cNvSpPr txBox="1"/>
          <p:nvPr/>
        </p:nvSpPr>
        <p:spPr>
          <a:xfrm>
            <a:off x="3685563" y="410884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2A2B83-4D6B-4902-9FD1-DEA707C40560}"/>
              </a:ext>
            </a:extLst>
          </p:cNvPr>
          <p:cNvSpPr txBox="1"/>
          <p:nvPr/>
        </p:nvSpPr>
        <p:spPr>
          <a:xfrm>
            <a:off x="6828762" y="1910994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85E132-EF0A-4BA9-9610-C14B9BBD77BE}"/>
              </a:ext>
            </a:extLst>
          </p:cNvPr>
          <p:cNvSpPr txBox="1"/>
          <p:nvPr/>
        </p:nvSpPr>
        <p:spPr>
          <a:xfrm>
            <a:off x="6836661" y="4115094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65D36F-9FDE-4A8B-98C7-7635AC7BD167}"/>
              </a:ext>
            </a:extLst>
          </p:cNvPr>
          <p:cNvSpPr txBox="1"/>
          <p:nvPr/>
        </p:nvSpPr>
        <p:spPr>
          <a:xfrm>
            <a:off x="2567031" y="2860646"/>
            <a:ext cx="4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1C5441B-1346-40DC-A5B7-F8622BE264F0}"/>
              </a:ext>
            </a:extLst>
          </p:cNvPr>
          <p:cNvSpPr txBox="1"/>
          <p:nvPr/>
        </p:nvSpPr>
        <p:spPr>
          <a:xfrm>
            <a:off x="1434517" y="2793534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电脑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7F1E09F-4E90-44A5-84EC-818E13F973E3}"/>
              </a:ext>
            </a:extLst>
          </p:cNvPr>
          <p:cNvSpPr txBox="1"/>
          <p:nvPr/>
        </p:nvSpPr>
        <p:spPr>
          <a:xfrm>
            <a:off x="9949344" y="2933134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电脑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54A518E-2A3D-40B2-A8B7-328C73885FE7}"/>
              </a:ext>
            </a:extLst>
          </p:cNvPr>
          <p:cNvSpPr txBox="1"/>
          <p:nvPr/>
        </p:nvSpPr>
        <p:spPr>
          <a:xfrm>
            <a:off x="4890781" y="5636625"/>
            <a:ext cx="216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速度法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269ED2-E0FB-4858-BD17-89C4357B9753}"/>
              </a:ext>
            </a:extLst>
          </p:cNvPr>
          <p:cNvSpPr txBox="1"/>
          <p:nvPr/>
        </p:nvSpPr>
        <p:spPr>
          <a:xfrm>
            <a:off x="5274366" y="4049403"/>
            <a:ext cx="11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速度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1191B4-52AE-49BA-8870-6798ED31BD1F}"/>
              </a:ext>
            </a:extLst>
          </p:cNvPr>
          <p:cNvSpPr txBox="1"/>
          <p:nvPr/>
        </p:nvSpPr>
        <p:spPr>
          <a:xfrm>
            <a:off x="5269683" y="1477145"/>
            <a:ext cx="11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速度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233130F-9A52-47B3-9D2F-850E31C59CCD}"/>
              </a:ext>
            </a:extLst>
          </p:cNvPr>
          <p:cNvSpPr txBox="1"/>
          <p:nvPr/>
        </p:nvSpPr>
        <p:spPr>
          <a:xfrm>
            <a:off x="302065" y="5179661"/>
            <a:ext cx="3162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1.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速度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C=B</a:t>
            </a:r>
          </a:p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2.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速度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C=A</a:t>
            </a:r>
          </a:p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3.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速度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在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之间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E06D4A5-1909-4F10-8013-C5D7826952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556" y="4606869"/>
            <a:ext cx="996404" cy="9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F7B3635-186D-43B6-80D1-675D8EE775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D6983C-FA3E-42DB-9E83-79552C0F3811}"/>
              </a:ext>
            </a:extLst>
          </p:cNvPr>
          <p:cNvSpPr/>
          <p:nvPr/>
        </p:nvSpPr>
        <p:spPr>
          <a:xfrm>
            <a:off x="2242656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FD494A-8A44-415C-A68A-ADA3007634E1}"/>
              </a:ext>
            </a:extLst>
          </p:cNvPr>
          <p:cNvSpPr/>
          <p:nvPr/>
        </p:nvSpPr>
        <p:spPr>
          <a:xfrm>
            <a:off x="8265954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FBCFEFA-FD7C-40BB-B2C4-FF6BFEB59DA0}"/>
              </a:ext>
            </a:extLst>
          </p:cNvPr>
          <p:cNvCxnSpPr/>
          <p:nvPr/>
        </p:nvCxnSpPr>
        <p:spPr>
          <a:xfrm>
            <a:off x="3204594" y="2365695"/>
            <a:ext cx="53018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D0281A1-9997-498C-979C-5CD443B8EEB8}"/>
              </a:ext>
            </a:extLst>
          </p:cNvPr>
          <p:cNvCxnSpPr>
            <a:cxnSpLocks/>
          </p:cNvCxnSpPr>
          <p:nvPr/>
        </p:nvCxnSpPr>
        <p:spPr>
          <a:xfrm>
            <a:off x="3204593" y="4545647"/>
            <a:ext cx="530184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B635EFC-938A-486D-9E5B-D19D6B2AB125}"/>
              </a:ext>
            </a:extLst>
          </p:cNvPr>
          <p:cNvSpPr txBox="1"/>
          <p:nvPr/>
        </p:nvSpPr>
        <p:spPr>
          <a:xfrm>
            <a:off x="3685563" y="19288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D143DB-5FD7-40B7-BFAC-CCF2B6D80B21}"/>
              </a:ext>
            </a:extLst>
          </p:cNvPr>
          <p:cNvSpPr txBox="1"/>
          <p:nvPr/>
        </p:nvSpPr>
        <p:spPr>
          <a:xfrm>
            <a:off x="3685563" y="410884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2A2B83-4D6B-4902-9FD1-DEA707C40560}"/>
              </a:ext>
            </a:extLst>
          </p:cNvPr>
          <p:cNvSpPr txBox="1"/>
          <p:nvPr/>
        </p:nvSpPr>
        <p:spPr>
          <a:xfrm>
            <a:off x="6828762" y="1910994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85E132-EF0A-4BA9-9610-C14B9BBD77BE}"/>
              </a:ext>
            </a:extLst>
          </p:cNvPr>
          <p:cNvSpPr txBox="1"/>
          <p:nvPr/>
        </p:nvSpPr>
        <p:spPr>
          <a:xfrm>
            <a:off x="6836661" y="4115094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65D36F-9FDE-4A8B-98C7-7635AC7BD167}"/>
              </a:ext>
            </a:extLst>
          </p:cNvPr>
          <p:cNvSpPr txBox="1"/>
          <p:nvPr/>
        </p:nvSpPr>
        <p:spPr>
          <a:xfrm>
            <a:off x="2567031" y="2860646"/>
            <a:ext cx="4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1C5441B-1346-40DC-A5B7-F8622BE264F0}"/>
              </a:ext>
            </a:extLst>
          </p:cNvPr>
          <p:cNvSpPr txBox="1"/>
          <p:nvPr/>
        </p:nvSpPr>
        <p:spPr>
          <a:xfrm>
            <a:off x="1434517" y="2793534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电脑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7F1E09F-4E90-44A5-84EC-818E13F973E3}"/>
              </a:ext>
            </a:extLst>
          </p:cNvPr>
          <p:cNvSpPr txBox="1"/>
          <p:nvPr/>
        </p:nvSpPr>
        <p:spPr>
          <a:xfrm>
            <a:off x="9949344" y="2933134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电脑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54A518E-2A3D-40B2-A8B7-328C73885FE7}"/>
              </a:ext>
            </a:extLst>
          </p:cNvPr>
          <p:cNvSpPr txBox="1"/>
          <p:nvPr/>
        </p:nvSpPr>
        <p:spPr>
          <a:xfrm>
            <a:off x="4890781" y="5733110"/>
            <a:ext cx="216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值法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269ED2-E0FB-4858-BD17-89C4357B9753}"/>
              </a:ext>
            </a:extLst>
          </p:cNvPr>
          <p:cNvSpPr txBox="1"/>
          <p:nvPr/>
        </p:nvSpPr>
        <p:spPr>
          <a:xfrm>
            <a:off x="5274366" y="4049403"/>
            <a:ext cx="11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值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1191B4-52AE-49BA-8870-6798ED31BD1F}"/>
              </a:ext>
            </a:extLst>
          </p:cNvPr>
          <p:cNvSpPr txBox="1"/>
          <p:nvPr/>
        </p:nvSpPr>
        <p:spPr>
          <a:xfrm>
            <a:off x="5269683" y="1477145"/>
            <a:ext cx="11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值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233130F-9A52-47B3-9D2F-850E31C59CCD}"/>
              </a:ext>
            </a:extLst>
          </p:cNvPr>
          <p:cNvSpPr txBox="1"/>
          <p:nvPr/>
        </p:nvSpPr>
        <p:spPr>
          <a:xfrm>
            <a:off x="302065" y="5179661"/>
            <a:ext cx="3162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1. Ping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值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C=B</a:t>
            </a:r>
          </a:p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2. Ping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值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C=A</a:t>
            </a:r>
          </a:p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3. Ping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值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在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之间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73970C-2203-4D4C-8AC7-8C485E9955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556" y="4731391"/>
            <a:ext cx="996404" cy="9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5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D0E199CB-71BD-49B0-B31A-DCF785EEB0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8300" y="50006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第一步：两个电脑通过网线连接，一个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IP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地址设置为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192.168.1.11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，一个为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192.168.1.12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，子网掩码相同。用地址为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1.12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的电脑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ping 1.11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，结果如图所示：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884377-3248-490D-874A-2CC116DDEE4B}"/>
              </a:ext>
            </a:extLst>
          </p:cNvPr>
          <p:cNvSpPr txBox="1"/>
          <p:nvPr/>
        </p:nvSpPr>
        <p:spPr>
          <a:xfrm>
            <a:off x="4514470" y="6268003"/>
            <a:ext cx="300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网线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值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6300D869-3332-4F3B-8E06-4C72F1665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117" y="1497215"/>
            <a:ext cx="4943740" cy="4351338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926427-9280-4F02-A404-51E16FF8E9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第二步：确认两个电脑已经相连成功后，设置共享使两个队伍能够互相传输文件</a:t>
            </a:r>
          </a:p>
        </p:txBody>
      </p:sp>
      <p:pic>
        <p:nvPicPr>
          <p:cNvPr id="6" name="内容占位符 5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22518" y="1676665"/>
            <a:ext cx="5513617" cy="37143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BD76FF-2F70-436F-8FCB-D4F09CA1F1A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55865" y="1495237"/>
            <a:ext cx="4793126" cy="40504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ABE699B-776B-4E38-ACEB-6334ECF6FE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221" y="40063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第四步：用一台电脑去访问另一台电脑已经共享的文件，然后将它传到自己这里，速度如图所示：</a:t>
            </a:r>
          </a:p>
        </p:txBody>
      </p:sp>
      <p:pic>
        <p:nvPicPr>
          <p:cNvPr id="6" name="内容占位符 5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3146" y="1816091"/>
            <a:ext cx="4465707" cy="304826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D499AF5-6131-48F2-ADE0-FA3B2E294C3B}"/>
              </a:ext>
            </a:extLst>
          </p:cNvPr>
          <p:cNvSpPr txBox="1"/>
          <p:nvPr/>
        </p:nvSpPr>
        <p:spPr>
          <a:xfrm>
            <a:off x="5494789" y="513406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网线速度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35E4B2-0C9C-400B-AA28-494D0AE743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5711" y="9475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第五步：接下来测无线速度，用一个电脑去连另外一台电脑的热点，使两个电脑进行无线连接，如图所示：</a:t>
            </a:r>
          </a:p>
        </p:txBody>
      </p:sp>
      <p:pic>
        <p:nvPicPr>
          <p:cNvPr id="6" name="内容占位符 5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42328" y="1001771"/>
            <a:ext cx="3520745" cy="14936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65C53C9-769A-4923-830F-5F22A64B017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02307" y="1038411"/>
            <a:ext cx="5274310" cy="50685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B318443-2BE3-4623-BD9B-DD5D70B1180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742328" y="2491118"/>
            <a:ext cx="3456480" cy="36158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712C671-C2BE-4DA5-969C-C12BA63CD9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第六步：设置无线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IP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地址，一个电脑为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192.168.1.11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，一个电脑为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192.168.1.22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，用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IP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地址为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192.168.1.11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的电脑去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ping192.168.1.22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，结果如图所示：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76990C-3C27-4C8F-A399-6BE4110CF1A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11010" y="1690688"/>
            <a:ext cx="7769980" cy="46380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F1B2F8E-DF77-446F-ACFE-6566BF30BBF6}"/>
              </a:ext>
            </a:extLst>
          </p:cNvPr>
          <p:cNvSpPr txBox="1"/>
          <p:nvPr/>
        </p:nvSpPr>
        <p:spPr>
          <a:xfrm>
            <a:off x="4409813" y="6673334"/>
            <a:ext cx="337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网线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B65DC57-AA8A-48CC-80DF-807EE9DEEB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第七步：再用有线地址为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192.168.1.1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且无线地址为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192.168.1.11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的电脑去</a:t>
            </a:r>
            <a:r>
              <a:rPr lang="en-US" altLang="zh-CN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ping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另一台电脑的地址，对比可知有线速率比无线快很多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F4F16DF-5E54-46CA-92EA-6573271C6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603" y="1590733"/>
            <a:ext cx="5847347" cy="4351338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BF2E65-B3D3-4161-A002-27E31AD02B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第七步：重复用一台电脑去访问另一台电脑已经共享的文件，然后将它传到自己这里</a:t>
            </a:r>
          </a:p>
        </p:txBody>
      </p:sp>
      <p:pic>
        <p:nvPicPr>
          <p:cNvPr id="6" name="内容占位符 5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8375" y="2148884"/>
            <a:ext cx="4160881" cy="2781541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4"/>
          <a:stretch>
            <a:fillRect/>
          </a:stretch>
        </p:blipFill>
        <p:spPr>
          <a:xfrm>
            <a:off x="6247882" y="2057400"/>
            <a:ext cx="40995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AB06EA9-E6F6-448A-AA64-D1E7261AA1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当将有线的地址和无线的地址设为相同时，由于一个地址只能通过一条道传输的关系，所以会导致只有一个适配器能使用此地址</a:t>
            </a:r>
          </a:p>
        </p:txBody>
      </p:sp>
      <p:pic>
        <p:nvPicPr>
          <p:cNvPr id="6" name="内容占位符 5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8216" y="1690688"/>
            <a:ext cx="9807790" cy="42066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4599DD7-7163-4C3F-9FE8-A79B54DC9C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4A5F9E-5F85-4309-9B9F-083D0E1FD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368" y="1351178"/>
            <a:ext cx="7163800" cy="20386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0DE5FB2-61DD-4C9A-9120-ED3C104867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454" y="3682253"/>
            <a:ext cx="3801005" cy="22005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821E735-FBF9-4D0B-8602-F33F418E77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689" y="3844200"/>
            <a:ext cx="5627415" cy="2038635"/>
          </a:xfrm>
          <a:prstGeom prst="rect">
            <a:avLst/>
          </a:prstGeom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E5FC40F6-879D-4FE1-A7BF-81EAA186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180" y="480213"/>
            <a:ext cx="7987018" cy="740471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回到开始，看一看原理</a:t>
            </a:r>
          </a:p>
        </p:txBody>
      </p:sp>
    </p:spTree>
    <p:extLst>
      <p:ext uri="{BB962C8B-B14F-4D97-AF65-F5344CB8AC3E}">
        <p14:creationId xmlns:p14="http://schemas.microsoft.com/office/powerpoint/2010/main" val="101015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2DD63D62-E4A6-4CE4-BD5D-7B1F547167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D6983C-FA3E-42DB-9E83-79552C0F3811}"/>
              </a:ext>
            </a:extLst>
          </p:cNvPr>
          <p:cNvSpPr/>
          <p:nvPr/>
        </p:nvSpPr>
        <p:spPr>
          <a:xfrm>
            <a:off x="2242656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FD494A-8A44-415C-A68A-ADA3007634E1}"/>
              </a:ext>
            </a:extLst>
          </p:cNvPr>
          <p:cNvSpPr/>
          <p:nvPr/>
        </p:nvSpPr>
        <p:spPr>
          <a:xfrm>
            <a:off x="8265954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FBCFEFA-FD7C-40BB-B2C4-FF6BFEB59DA0}"/>
              </a:ext>
            </a:extLst>
          </p:cNvPr>
          <p:cNvCxnSpPr/>
          <p:nvPr/>
        </p:nvCxnSpPr>
        <p:spPr>
          <a:xfrm>
            <a:off x="3204594" y="2365695"/>
            <a:ext cx="53018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D0281A1-9997-498C-979C-5CD443B8EEB8}"/>
              </a:ext>
            </a:extLst>
          </p:cNvPr>
          <p:cNvCxnSpPr>
            <a:cxnSpLocks/>
          </p:cNvCxnSpPr>
          <p:nvPr/>
        </p:nvCxnSpPr>
        <p:spPr>
          <a:xfrm>
            <a:off x="3204593" y="4545647"/>
            <a:ext cx="530184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B635EFC-938A-486D-9E5B-D19D6B2AB125}"/>
              </a:ext>
            </a:extLst>
          </p:cNvPr>
          <p:cNvSpPr txBox="1"/>
          <p:nvPr/>
        </p:nvSpPr>
        <p:spPr>
          <a:xfrm>
            <a:off x="3685563" y="19288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D143DB-5FD7-40B7-BFAC-CCF2B6D80B21}"/>
              </a:ext>
            </a:extLst>
          </p:cNvPr>
          <p:cNvSpPr txBox="1"/>
          <p:nvPr/>
        </p:nvSpPr>
        <p:spPr>
          <a:xfrm>
            <a:off x="3685563" y="410884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2A2B83-4D6B-4902-9FD1-DEA707C40560}"/>
              </a:ext>
            </a:extLst>
          </p:cNvPr>
          <p:cNvSpPr txBox="1"/>
          <p:nvPr/>
        </p:nvSpPr>
        <p:spPr>
          <a:xfrm>
            <a:off x="6828762" y="1910994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85E132-EF0A-4BA9-9610-C14B9BBD77BE}"/>
              </a:ext>
            </a:extLst>
          </p:cNvPr>
          <p:cNvSpPr txBox="1"/>
          <p:nvPr/>
        </p:nvSpPr>
        <p:spPr>
          <a:xfrm>
            <a:off x="6836661" y="4115094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65D36F-9FDE-4A8B-98C7-7635AC7BD167}"/>
              </a:ext>
            </a:extLst>
          </p:cNvPr>
          <p:cNvSpPr txBox="1"/>
          <p:nvPr/>
        </p:nvSpPr>
        <p:spPr>
          <a:xfrm>
            <a:off x="2567031" y="2860646"/>
            <a:ext cx="4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1C5441B-1346-40DC-A5B7-F8622BE264F0}"/>
              </a:ext>
            </a:extLst>
          </p:cNvPr>
          <p:cNvSpPr txBox="1"/>
          <p:nvPr/>
        </p:nvSpPr>
        <p:spPr>
          <a:xfrm>
            <a:off x="1434517" y="2793534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电脑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7F1E09F-4E90-44A5-84EC-818E13F973E3}"/>
              </a:ext>
            </a:extLst>
          </p:cNvPr>
          <p:cNvSpPr txBox="1"/>
          <p:nvPr/>
        </p:nvSpPr>
        <p:spPr>
          <a:xfrm>
            <a:off x="9949344" y="2933134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电脑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F439500E-647D-4C43-A6C0-250CEE9B0DE5}"/>
              </a:ext>
            </a:extLst>
          </p:cNvPr>
          <p:cNvSpPr/>
          <p:nvPr/>
        </p:nvSpPr>
        <p:spPr>
          <a:xfrm>
            <a:off x="4274317" y="4478179"/>
            <a:ext cx="142612" cy="6669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65DF9E4F-A58A-4ABC-97A6-03C0ABEB35A2}"/>
              </a:ext>
            </a:extLst>
          </p:cNvPr>
          <p:cNvSpPr/>
          <p:nvPr/>
        </p:nvSpPr>
        <p:spPr>
          <a:xfrm>
            <a:off x="7540180" y="4478179"/>
            <a:ext cx="142612" cy="6669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146187-EE78-4EF1-BDF5-AA5548D4E9BE}"/>
              </a:ext>
            </a:extLst>
          </p:cNvPr>
          <p:cNvSpPr txBox="1"/>
          <p:nvPr/>
        </p:nvSpPr>
        <p:spPr>
          <a:xfrm>
            <a:off x="3598877" y="5354229"/>
            <a:ext cx="159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192.168.1.21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DDCF94B-0AB5-41AB-9D58-C821ABA6BD68}"/>
              </a:ext>
            </a:extLst>
          </p:cNvPr>
          <p:cNvSpPr txBox="1"/>
          <p:nvPr/>
        </p:nvSpPr>
        <p:spPr>
          <a:xfrm>
            <a:off x="6836661" y="5354229"/>
            <a:ext cx="159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192.168.1.22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CD64A8-8845-4874-A05E-C2B8EAC2BF1B}"/>
              </a:ext>
            </a:extLst>
          </p:cNvPr>
          <p:cNvSpPr/>
          <p:nvPr/>
        </p:nvSpPr>
        <p:spPr>
          <a:xfrm>
            <a:off x="3034202" y="2145932"/>
            <a:ext cx="308208" cy="4453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DAA7C7-2A2E-4D45-9253-2391000C81F6}"/>
              </a:ext>
            </a:extLst>
          </p:cNvPr>
          <p:cNvSpPr/>
          <p:nvPr/>
        </p:nvSpPr>
        <p:spPr>
          <a:xfrm>
            <a:off x="3011404" y="4317856"/>
            <a:ext cx="308208" cy="4453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126198-072A-4EFE-A3A7-876FEF483119}"/>
              </a:ext>
            </a:extLst>
          </p:cNvPr>
          <p:cNvSpPr/>
          <p:nvPr/>
        </p:nvSpPr>
        <p:spPr>
          <a:xfrm>
            <a:off x="8449531" y="2129660"/>
            <a:ext cx="308208" cy="4453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1A9E17B-3FE9-4F4C-AD60-CDF67BD6926B}"/>
              </a:ext>
            </a:extLst>
          </p:cNvPr>
          <p:cNvSpPr/>
          <p:nvPr/>
        </p:nvSpPr>
        <p:spPr>
          <a:xfrm>
            <a:off x="8462049" y="4260045"/>
            <a:ext cx="308208" cy="4453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B3268E59-DAB6-4F42-9623-6CC5010B5DA4}"/>
              </a:ext>
            </a:extLst>
          </p:cNvPr>
          <p:cNvSpPr/>
          <p:nvPr/>
        </p:nvSpPr>
        <p:spPr>
          <a:xfrm rot="2051220">
            <a:off x="8841424" y="1351601"/>
            <a:ext cx="247349" cy="793383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" name="箭头: 下 44">
            <a:extLst>
              <a:ext uri="{FF2B5EF4-FFF2-40B4-BE49-F238E27FC236}">
                <a16:creationId xmlns:a16="http://schemas.microsoft.com/office/drawing/2014/main" id="{2548086D-D9FF-42BE-A3C2-704A28FE9500}"/>
              </a:ext>
            </a:extLst>
          </p:cNvPr>
          <p:cNvSpPr/>
          <p:nvPr/>
        </p:nvSpPr>
        <p:spPr>
          <a:xfrm rot="7768153">
            <a:off x="8800686" y="4432630"/>
            <a:ext cx="247349" cy="793383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B5A4B0F-6B63-4F4D-8E37-0A41B454E775}"/>
              </a:ext>
            </a:extLst>
          </p:cNvPr>
          <p:cNvSpPr txBox="1"/>
          <p:nvPr/>
        </p:nvSpPr>
        <p:spPr>
          <a:xfrm>
            <a:off x="8770257" y="885545"/>
            <a:ext cx="135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大门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A8CF20E-9871-423D-A4C2-CE7B68DA6BA6}"/>
              </a:ext>
            </a:extLst>
          </p:cNvPr>
          <p:cNvSpPr txBox="1"/>
          <p:nvPr/>
        </p:nvSpPr>
        <p:spPr>
          <a:xfrm>
            <a:off x="8924360" y="5072415"/>
            <a:ext cx="135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大门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DC876C17-2126-46F2-9936-D63E63FD84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240" y="4727157"/>
            <a:ext cx="996404" cy="9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12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B97FE3F-2C75-4288-8E60-7650D62BF1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284" y="2766060"/>
            <a:ext cx="8393430" cy="1325880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因为</a:t>
            </a:r>
            <a:r>
              <a:rPr lang="en-US" altLang="zh-CN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IP</a:t>
            </a:r>
            <a:r>
              <a:rPr lang="zh-CN" alt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地址的唯一性，在访问之前就决定了访问的方式，两个电脑之间会采取哪种运输方式。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2F99DC-CF66-40DB-AF8D-AE18B66B0D04}"/>
              </a:ext>
            </a:extLst>
          </p:cNvPr>
          <p:cNvSpPr txBox="1"/>
          <p:nvPr/>
        </p:nvSpPr>
        <p:spPr>
          <a:xfrm>
            <a:off x="5135459" y="872455"/>
            <a:ext cx="19210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结论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9E8FC01-8EA8-4068-82A3-44F01C23C5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D6983C-FA3E-42DB-9E83-79552C0F3811}"/>
              </a:ext>
            </a:extLst>
          </p:cNvPr>
          <p:cNvSpPr/>
          <p:nvPr/>
        </p:nvSpPr>
        <p:spPr>
          <a:xfrm>
            <a:off x="2242656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FD494A-8A44-415C-A68A-ADA3007634E1}"/>
              </a:ext>
            </a:extLst>
          </p:cNvPr>
          <p:cNvSpPr/>
          <p:nvPr/>
        </p:nvSpPr>
        <p:spPr>
          <a:xfrm>
            <a:off x="8265954" y="1825625"/>
            <a:ext cx="1442907" cy="303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FBCFEFA-FD7C-40BB-B2C4-FF6BFEB59DA0}"/>
              </a:ext>
            </a:extLst>
          </p:cNvPr>
          <p:cNvCxnSpPr/>
          <p:nvPr/>
        </p:nvCxnSpPr>
        <p:spPr>
          <a:xfrm>
            <a:off x="3204594" y="2365695"/>
            <a:ext cx="53018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D0281A1-9997-498C-979C-5CD443B8EEB8}"/>
              </a:ext>
            </a:extLst>
          </p:cNvPr>
          <p:cNvCxnSpPr>
            <a:cxnSpLocks/>
          </p:cNvCxnSpPr>
          <p:nvPr/>
        </p:nvCxnSpPr>
        <p:spPr>
          <a:xfrm>
            <a:off x="3204593" y="4545647"/>
            <a:ext cx="530184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B635EFC-938A-486D-9E5B-D19D6B2AB125}"/>
              </a:ext>
            </a:extLst>
          </p:cNvPr>
          <p:cNvSpPr txBox="1"/>
          <p:nvPr/>
        </p:nvSpPr>
        <p:spPr>
          <a:xfrm>
            <a:off x="3685563" y="19288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2A2B83-4D6B-4902-9FD1-DEA707C40560}"/>
              </a:ext>
            </a:extLst>
          </p:cNvPr>
          <p:cNvSpPr txBox="1"/>
          <p:nvPr/>
        </p:nvSpPr>
        <p:spPr>
          <a:xfrm>
            <a:off x="6828762" y="1910994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192.168.1.12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65D36F-9FDE-4A8B-98C7-7635AC7BD167}"/>
              </a:ext>
            </a:extLst>
          </p:cNvPr>
          <p:cNvSpPr txBox="1"/>
          <p:nvPr/>
        </p:nvSpPr>
        <p:spPr>
          <a:xfrm>
            <a:off x="2567031" y="2860646"/>
            <a:ext cx="4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1C5441B-1346-40DC-A5B7-F8622BE264F0}"/>
              </a:ext>
            </a:extLst>
          </p:cNvPr>
          <p:cNvSpPr txBox="1"/>
          <p:nvPr/>
        </p:nvSpPr>
        <p:spPr>
          <a:xfrm>
            <a:off x="1154530" y="2785813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笔记本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7F1E09F-4E90-44A5-84EC-818E13F973E3}"/>
              </a:ext>
            </a:extLst>
          </p:cNvPr>
          <p:cNvSpPr txBox="1"/>
          <p:nvPr/>
        </p:nvSpPr>
        <p:spPr>
          <a:xfrm>
            <a:off x="9949344" y="2933134"/>
            <a:ext cx="89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台式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146187-EE78-4EF1-BDF5-AA5548D4E9BE}"/>
              </a:ext>
            </a:extLst>
          </p:cNvPr>
          <p:cNvSpPr txBox="1"/>
          <p:nvPr/>
        </p:nvSpPr>
        <p:spPr>
          <a:xfrm>
            <a:off x="3702281" y="4071534"/>
            <a:ext cx="159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192.168.1.21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DDCF94B-0AB5-41AB-9D58-C821ABA6BD68}"/>
              </a:ext>
            </a:extLst>
          </p:cNvPr>
          <p:cNvSpPr txBox="1"/>
          <p:nvPr/>
        </p:nvSpPr>
        <p:spPr>
          <a:xfrm>
            <a:off x="6828762" y="4075105"/>
            <a:ext cx="159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192.168.1.22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CD64A8-8845-4874-A05E-C2B8EAC2BF1B}"/>
              </a:ext>
            </a:extLst>
          </p:cNvPr>
          <p:cNvSpPr/>
          <p:nvPr/>
        </p:nvSpPr>
        <p:spPr>
          <a:xfrm>
            <a:off x="3034202" y="2145932"/>
            <a:ext cx="308208" cy="4453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DAA7C7-2A2E-4D45-9253-2391000C81F6}"/>
              </a:ext>
            </a:extLst>
          </p:cNvPr>
          <p:cNvSpPr/>
          <p:nvPr/>
        </p:nvSpPr>
        <p:spPr>
          <a:xfrm>
            <a:off x="3011404" y="4317856"/>
            <a:ext cx="308208" cy="4453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126198-072A-4EFE-A3A7-876FEF483119}"/>
              </a:ext>
            </a:extLst>
          </p:cNvPr>
          <p:cNvSpPr/>
          <p:nvPr/>
        </p:nvSpPr>
        <p:spPr>
          <a:xfrm>
            <a:off x="8449531" y="2129660"/>
            <a:ext cx="308208" cy="4453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1A9E17B-3FE9-4F4C-AD60-CDF67BD6926B}"/>
              </a:ext>
            </a:extLst>
          </p:cNvPr>
          <p:cNvSpPr/>
          <p:nvPr/>
        </p:nvSpPr>
        <p:spPr>
          <a:xfrm>
            <a:off x="8462049" y="4260045"/>
            <a:ext cx="308208" cy="4453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EAC0AB-B220-4FA7-B013-87A646817A0A}"/>
              </a:ext>
            </a:extLst>
          </p:cNvPr>
          <p:cNvSpPr txBox="1"/>
          <p:nvPr/>
        </p:nvSpPr>
        <p:spPr>
          <a:xfrm>
            <a:off x="8473068" y="826389"/>
            <a:ext cx="196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可上网</a:t>
            </a:r>
          </a:p>
        </p:txBody>
      </p:sp>
      <p:sp>
        <p:nvSpPr>
          <p:cNvPr id="4" name="箭头: 下 3">
            <a:extLst>
              <a:ext uri="{FF2B5EF4-FFF2-40B4-BE49-F238E27FC236}">
                <a16:creationId xmlns:a16="http://schemas.microsoft.com/office/drawing/2014/main" id="{79EFAB61-E538-4A6D-B986-43CC4BD39CA1}"/>
              </a:ext>
            </a:extLst>
          </p:cNvPr>
          <p:cNvSpPr/>
          <p:nvPr/>
        </p:nvSpPr>
        <p:spPr>
          <a:xfrm>
            <a:off x="8889052" y="1300317"/>
            <a:ext cx="196709" cy="3459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E9CE235-BA50-47F5-9A87-46C0E81685E9}"/>
              </a:ext>
            </a:extLst>
          </p:cNvPr>
          <p:cNvSpPr txBox="1">
            <a:spLocks/>
          </p:cNvSpPr>
          <p:nvPr/>
        </p:nvSpPr>
        <p:spPr>
          <a:xfrm>
            <a:off x="632358" y="5291158"/>
            <a:ext cx="10515600" cy="1007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台式电脑先接上无线网卡，先设置虚拟</a:t>
            </a:r>
            <a:r>
              <a:rPr lang="en-US" altLang="zh-CN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WiFi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热点，然后设置本地连接的网络共享，再用笔记本连接</a:t>
            </a:r>
            <a:r>
              <a:rPr lang="en-US" altLang="zh-CN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WiFi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，笔记本就可以上网了。（不过天翼校园网 有检测，你共享网络会检测，然后会自动退出天翼登录）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87B5B79-6498-41FD-9765-8F0819E70E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956" y="3435348"/>
            <a:ext cx="996404" cy="9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58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DE7E807C-680E-4A4E-9D29-90A8D032F3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6F5AF0A2-E4A1-48C1-AC06-9297529D6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950" y="1843088"/>
            <a:ext cx="3904622" cy="4351338"/>
          </a:xfr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2C9BF308-A158-4B1C-9C22-4E295A76E6A6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台式电脑先接上无线网卡，先设置虚拟</a:t>
            </a:r>
            <a:r>
              <a:rPr lang="en-US" altLang="zh-CN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WiFi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热点，然后设置本地连接的网络共享，再用笔记本连接</a:t>
            </a:r>
            <a:r>
              <a:rPr lang="en-US" altLang="zh-CN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WiFi</a:t>
            </a:r>
            <a:r>
              <a:rPr lang="zh-CN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，笔记本就可以上网了。（不过天翼校园网 有检测，你共享网络会检测，然后会自动退出天翼登录）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AA4BDE6-97F6-46EF-B908-7C5AEA42A00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04800" y="1538363"/>
            <a:ext cx="6535024" cy="263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15270D9-E7D2-4EAE-809D-DBE20A9614B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90600" y="4278464"/>
            <a:ext cx="4977923" cy="18389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9327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98</TotalTime>
  <Words>546</Words>
  <Application>Microsoft Office PowerPoint</Application>
  <PresentationFormat>宽屏</PresentationFormat>
  <Paragraphs>66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如果两个电脑同时进行有线连接和无线连接同时连接，两个电脑之间会采取哪种运输方式？</vt:lpstr>
      <vt:lpstr>PowerPoint 演示文稿</vt:lpstr>
      <vt:lpstr>PowerPoint 演示文稿</vt:lpstr>
      <vt:lpstr>PowerPoint 演示文稿</vt:lpstr>
      <vt:lpstr>第一步：两个电脑通过网线连接，一个IP地址设置为192.168.1.11，一个为192.168.1.12，子网掩码相同。用地址为1.12的电脑ping 1.11，结果如图所示：</vt:lpstr>
      <vt:lpstr>第二步：确认两个电脑已经相连成功后，设置共享使两个队伍能够互相传输文件</vt:lpstr>
      <vt:lpstr>第四步：用一台电脑去访问另一台电脑已经共享的文件，然后将它传到自己这里，速度如图所示：</vt:lpstr>
      <vt:lpstr>第五步：接下来测无线速度，用一个电脑去连另外一台电脑的热点，使两个电脑进行无线连接，如图所示：</vt:lpstr>
      <vt:lpstr>第六步：设置无线IP地址，一个电脑为192.168.1.11，一个电脑为192.168.1.22，用IP地址为192.168.1.11的电脑去ping192.168.1.22，结果如图所示：</vt:lpstr>
      <vt:lpstr>第七步：再用有线地址为192.168.1.1且无线地址为192.168.1.11的电脑去ping另一台电脑的地址，对比可知有线速率比无线快很多</vt:lpstr>
      <vt:lpstr>第七步：重复用一台电脑去访问另一台电脑已经共享的文件，然后将它传到自己这里</vt:lpstr>
      <vt:lpstr>当将有线的地址和无线的地址设为相同时，由于一个地址只能通过一条道传输的关系，所以会导致只有一个适配器能使用此地址</vt:lpstr>
      <vt:lpstr>回到开始，看一看原理</vt:lpstr>
      <vt:lpstr>PowerPoint 演示文稿</vt:lpstr>
      <vt:lpstr>因为IP地址的唯一性，在访问之前就决定了访问的方式，两个电脑之间会采取哪种运输方式。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如果两个电脑同时进行有线连接和无线连接同时连接，两个电脑之间会采取哪种连接方式？</dc:title>
  <dc:creator>邵 宣耀</dc:creator>
  <cp:lastModifiedBy>L HL</cp:lastModifiedBy>
  <cp:revision>47</cp:revision>
  <dcterms:created xsi:type="dcterms:W3CDTF">2020-10-24T12:59:00Z</dcterms:created>
  <dcterms:modified xsi:type="dcterms:W3CDTF">2020-11-02T14:55:59Z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